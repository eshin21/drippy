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19D8-F507-15C6-731C-C7E768D1BE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4600B-9AEB-B0D3-FE7F-3B5BFB554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46F88-C1EF-8D89-041F-181B6FFA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9AC5-768C-F242-9264-9D1DADF8EFA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85947-3BEE-FA7B-7160-4F5AFB311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FB9B1-FD64-0D99-152F-33041D14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2BE2B-3F5A-E741-B8E4-755FD0EBD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09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D3D1-2EF1-9732-BCF6-AFD85502E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CBD06-1E1A-E387-BF0F-8449D44C9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06AF1-FF51-CD86-41E5-A2733734B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9AC5-768C-F242-9264-9D1DADF8EFA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25D8A-3069-2DEF-A488-4447C04FA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FB83B-FC02-B12D-35DF-4F5143D3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2BE2B-3F5A-E741-B8E4-755FD0EBD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38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685A5-BADB-2C30-C022-8A2969402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63A22-729F-DF4B-E532-62671F05C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1A4AC-1DDB-37A6-CAC9-60E5E2E79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9AC5-768C-F242-9264-9D1DADF8EFA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FE6F7-30E3-6C06-A7CE-18E33927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ABFD1-A6F5-8BF5-AD66-75B1DA978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2BE2B-3F5A-E741-B8E4-755FD0EBD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3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1E07-7AA2-06AF-0C45-711451DB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3D763-60A8-B4AB-DC29-9FAA688D4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36073-E166-8FE1-0E75-85F264D84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8121E-EA18-32C3-6D6B-010D952A3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9AC5-768C-F242-9264-9D1DADF8EFAE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04BEE-CAC1-68A5-14FC-A27DAE6AC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F4205-F757-D7C4-96D0-E3B77137E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2BE2B-3F5A-E741-B8E4-755FD0EBD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55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32353-9C2E-2E64-C219-1FC95ECDB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EA980-EF71-31A5-2CAA-F0479F059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A083A-713E-9B2F-90E7-B5475BE31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F9535-CD74-E158-149F-31A7EF5CA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61C10E-7C06-C5B2-EDC9-BD950EA964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28D4A-8324-CB5B-A972-6D70DA37A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9AC5-768C-F242-9264-9D1DADF8EFAE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6C8F64-4B60-253E-D73F-B384F7A2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309919-0993-8BE2-7FC7-BCF74CC6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2BE2B-3F5A-E741-B8E4-755FD0EBD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5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5C7AC-571A-2B7A-2515-A04ADAD1B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00318-7B1F-8247-F8B4-C14170B42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9AC5-768C-F242-9264-9D1DADF8EFAE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B3702A-20D3-DCE9-FF11-65F3BEB7F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1076AF-8A21-631C-7452-8ADA25419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2BE2B-3F5A-E741-B8E4-755FD0EBD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2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A489-0059-EF44-6C00-BCBB22A74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9AC5-768C-F242-9264-9D1DADF8EFAE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65374F-8714-AE3D-1652-1E8F65F15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F8689-2780-67A1-4DD2-6F04AC30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2BE2B-3F5A-E741-B8E4-755FD0EBD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8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A9C08-94AA-A879-1DDA-B99667C8C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02738-CE96-3872-51EB-1EAF1FC8A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CAAA6F-7BC5-074A-4BA3-383CD71CF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8ADA4-140E-D3DE-4F0F-243E6559B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9AC5-768C-F242-9264-9D1DADF8EFAE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DBB3C-3955-F6DE-D17B-DBB25364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697FF-895F-F94D-75EC-94EA51243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2BE2B-3F5A-E741-B8E4-755FD0EBD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94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DF5F5-E127-D445-1190-F192F4C3E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692D5B-FEF2-6151-83A0-B075607BD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62C81-1A94-4C7F-E648-336C550AD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19C25-1DBB-370F-933D-5C3D7D57C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9AC5-768C-F242-9264-9D1DADF8EFAE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0D6C2-4B7E-E5B3-35C1-E0B15E20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1B408-AFD7-93B3-87D1-9CA9B97B5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2BE2B-3F5A-E741-B8E4-755FD0EBD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9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89210-0A23-545E-20C8-7396F998A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AE6958-EC77-03F3-EB45-3E0A2BADC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4D1E2-33AB-066C-B2B2-7174E2A77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9AC5-768C-F242-9264-9D1DADF8EFA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5D04-60AF-1E46-897A-BB979BF3D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A1FB4-514D-042D-46D4-9F5C5E78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2BE2B-3F5A-E741-B8E4-755FD0EBD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21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DE169F-24AC-9A6D-17C7-A051360BC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EF8AD5-E885-11B5-E99E-50788E49B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2D543-973E-C125-E85E-3D541F31E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9AC5-768C-F242-9264-9D1DADF8EFA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2E4DA-C2CB-28E4-0EB8-9B079568F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48239-77B5-5D3F-F5F2-02EE1788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2BE2B-3F5A-E741-B8E4-755FD0EBD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58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B19E52-9590-74ED-025B-5EE90C7A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6E6CD-5E65-7ECF-CC14-849308F60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DC97E-E503-2817-E886-6F42CE133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39AC5-768C-F242-9264-9D1DADF8EFA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82260-F84E-02A1-F3E0-1B7E4EF68A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BE868-2403-A707-9440-4EF35993D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2BE2B-3F5A-E741-B8E4-755FD0EBD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31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FA9DB-04E1-8FB2-51A0-9D5FB03B54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Diagonal Scoring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BECC3-6834-8768-0F75-C4D347C969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April 7 2026</a:t>
            </a:r>
          </a:p>
        </p:txBody>
      </p:sp>
    </p:spTree>
    <p:extLst>
      <p:ext uri="{BB962C8B-B14F-4D97-AF65-F5344CB8AC3E}">
        <p14:creationId xmlns:p14="http://schemas.microsoft.com/office/powerpoint/2010/main" val="3764251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3C897-071E-482B-E8BB-393D1B975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 anchor="t">
            <a:normAutofit/>
          </a:bodyPr>
          <a:lstStyle/>
          <a:p>
            <a:r>
              <a:rPr lang="en-US" dirty="0"/>
              <a:t>meme_out_2, motif 2 </a:t>
            </a:r>
            <a:br>
              <a:rPr lang="en-US" dirty="0"/>
            </a:b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671398-8A03-D44D-DDE3-14FECC0B4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676" y="651764"/>
            <a:ext cx="7039779" cy="609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792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Diagonal Scoring</vt:lpstr>
      <vt:lpstr>meme_out_2, motif 2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Enoch Shin</dc:creator>
  <cp:lastModifiedBy>Enoch Shin</cp:lastModifiedBy>
  <cp:revision>2</cp:revision>
  <dcterms:created xsi:type="dcterms:W3CDTF">2026-04-07T20:46:04Z</dcterms:created>
  <dcterms:modified xsi:type="dcterms:W3CDTF">2026-04-07T20:48:51Z</dcterms:modified>
</cp:coreProperties>
</file>