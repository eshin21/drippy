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>
        <p:scale>
          <a:sx n="142" d="100"/>
          <a:sy n="142" d="100"/>
        </p:scale>
        <p:origin x="144" y="-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6BB0F-545E-7FC8-7748-F2F9E3A5B3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AD1D3-85CC-E1EE-A1C1-D16881747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BF507-B2A9-D5DD-46FD-B5C0F81C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AA1B0-F92E-2372-8DBA-38B54206E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1BE85-5DCB-301F-F0C9-B1EAC446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36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44A88-2906-9DAC-D7D2-9F691CEE6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B6043-E6CD-8029-66B0-E42E4785D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A8019-6313-57E3-4DE1-F7800D97B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695E8-F19B-AAD9-4B61-843B55008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21F02-C6C6-ED30-AD66-D6B17D4C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45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5404-DED4-6086-2763-BBA1B8801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41140-5C49-AEEC-4249-C4B16E364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DBB85-B86A-D45E-BAAD-EFC0F2A36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195757-EAFE-0FF5-F4C1-E14B7EADD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D3736-DCEB-1A0A-9F5E-50D341CF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30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2CA09-5469-6FB5-990C-4BC98602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C38C5-CB7A-1D9D-A9A5-C8BBA1A69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165CD-EF01-8DBA-BC66-81BEA389B4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E51A6-CE62-1838-5D15-88445DBB6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1AC3B0-2AC4-6DF8-B352-62B4253EB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40A96-90F8-214A-8EE0-8F653B316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299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886F-F6C5-AD0C-F6E3-498296767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F1DF5-C309-9C1A-980A-60AD82322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907A52-91FA-FFAC-4466-FD0C69F52E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ED79FF-1A31-EFEC-D1F2-82090AF634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A84432-3621-CA37-004F-685D19F7A0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B21C0E-FEDF-C849-78DC-70A17258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0CB73C-2927-9528-E250-DA33D232C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C5852-A65D-5B71-34ED-F55CBC4E1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02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73A55-22FC-C70F-6D5E-EA5EE142D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CD0576-8211-1899-BF11-2E8985592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F2D5A4-DF00-BC97-FF0E-E88D1605F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E89218-3F36-E534-71E4-49E849985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8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9E356-194A-FEEB-0CA3-9982FED00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83020-389E-98B0-9301-FA2DF2B65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3E288-845F-56E6-5FA6-C7E2E939B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06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D2C21-4AB1-88DF-760C-D889CEF43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14F0C-7374-D5C5-545F-EE736179F5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D1BFF-DBFF-2906-30C7-9F2482690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5874E0-096E-0EE4-DBA9-C24EBBB1A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31A51-B756-FDD4-9C4C-82BD6F3D1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C3776-201C-1713-205F-634B94EF5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13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89109-B2EA-365B-0411-9F0823EDC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6AD78F-FC2F-2125-0E09-AA0F1F31F3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0DC7D4-CEF4-2F6C-0186-A25330E38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0E88A-DD3F-A561-2E39-C3974B39D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0F6C12-A2FE-7B80-4C03-CB48BB66B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12E77-ECDC-B16F-C272-677AF085F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658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362F4-3E97-2227-2663-05F815CE1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AFB2C7-E426-169A-7BA6-300EB7CD07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CD2E8-57D6-9369-5D25-1CD2C7C7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AFC97-C111-F86E-038F-FC2C6E385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39BAD-E836-4153-E403-A0ADACDC9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093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C07BC8-8368-40D5-EA8F-F24F24A243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4AA0F-585D-07EB-8F1D-6F7ED347A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15997-1AA3-F915-117E-80AD0B9C4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1D867-9420-B2F5-93DB-1B70D08BF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70DD7-FA18-3D49-D5A6-40C92B4B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15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EA9AEB-C9FE-2B00-0A32-A68940982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6F5E2-6E9E-6FA5-5E88-EC0F11573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8C497-5311-BCFE-1A0D-AED831E9F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FF58C-C749-DF40-ACD1-AE83D2B1FC27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27BBC-3416-54A9-0B58-38140453E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F3BFC-B843-B16D-C93A-98C5A915E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33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505A7-6B43-543C-B80D-8B91AE099D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Diagonals and Bootstrapping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6296A9-2612-F775-B629-3BC679DD6A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April 2026</a:t>
            </a:r>
          </a:p>
        </p:txBody>
      </p:sp>
    </p:spTree>
    <p:extLst>
      <p:ext uri="{BB962C8B-B14F-4D97-AF65-F5344CB8AC3E}">
        <p14:creationId xmlns:p14="http://schemas.microsoft.com/office/powerpoint/2010/main" val="499745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052D4-4755-F030-432B-4079CDCDE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11" y="73964"/>
            <a:ext cx="10515600" cy="1325563"/>
          </a:xfrm>
        </p:spPr>
        <p:txBody>
          <a:bodyPr/>
          <a:lstStyle/>
          <a:p>
            <a:r>
              <a:rPr lang="en-US" dirty="0"/>
              <a:t>Ex3 Motif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F5D07-DF21-4199-DF63-8CF22C18C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85" y="2725090"/>
            <a:ext cx="4163458" cy="3837045"/>
          </a:xfrm>
        </p:spPr>
        <p:txBody>
          <a:bodyPr/>
          <a:lstStyle/>
          <a:p>
            <a:r>
              <a:rPr lang="en-US" dirty="0"/>
              <a:t>TTCC...GGAA</a:t>
            </a:r>
          </a:p>
          <a:p>
            <a:r>
              <a:rPr lang="en-US" dirty="0"/>
              <a:t>[(22, 11), (23, 10), (24, 9), (25, 8)]</a:t>
            </a:r>
          </a:p>
          <a:p>
            <a:r>
              <a:rPr lang="en-US" dirty="0"/>
              <a:t>Sum IC-JSD: 6.845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9957A6-D8EC-0427-B8F1-ADC19E2EB1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56" t="8090" r="23860" b="4729"/>
          <a:stretch>
            <a:fillRect/>
          </a:stretch>
        </p:blipFill>
        <p:spPr>
          <a:xfrm>
            <a:off x="5776511" y="73964"/>
            <a:ext cx="6632154" cy="6784036"/>
          </a:xfrm>
          <a:prstGeom prst="rect">
            <a:avLst/>
          </a:prstGeom>
        </p:spPr>
      </p:pic>
      <p:pic>
        <p:nvPicPr>
          <p:cNvPr id="9" name="Picture 8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A2436DD5-2BF6-933A-B15A-00E61CDCB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" y="995458"/>
            <a:ext cx="5920910" cy="1577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44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36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Diagonals and Bootstrapping</vt:lpstr>
      <vt:lpstr>Ex3 Motif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Enoch Shin</dc:creator>
  <cp:lastModifiedBy>Enoch Shin</cp:lastModifiedBy>
  <cp:revision>6</cp:revision>
  <dcterms:created xsi:type="dcterms:W3CDTF">2026-04-21T19:18:29Z</dcterms:created>
  <dcterms:modified xsi:type="dcterms:W3CDTF">2026-04-21T19:42:28Z</dcterms:modified>
</cp:coreProperties>
</file>