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>
        <p:scale>
          <a:sx n="95" d="100"/>
          <a:sy n="95" d="100"/>
        </p:scale>
        <p:origin x="-8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58:56.34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2594 389 24575,'-9'10'0,"-5"4"0,-5 4 0,1-1 0,5-2 0,5-4 0,1-3 0,-2 1 0,-3 1 0,-1 3 0,2-1 0,2-2 0,2-4 0,2-2 0,0 0 0,-1 2 0,-3 2 0,-4 5 0,-1-1 0,1-1 0,1-1 0,5-5 0,-1 0 0,4 0 0,-1-2 0,0 4 0,0-1 0,-4 2 0,0 1 0,-1 0 0,1-2 0,0 1 0,0-1 0,0 1 0,-2 0 0,1 0 0,-1-1 0,-1 0 0,-1 0 0,0 2 0,1-1 0,2 0 0,0 1 0,-1-2 0,2 1 0,1-1 0,-1 0 0,-1 1 0,0-1 0,0 0 0,-1 1 0,2-2 0,-1 3 0,-2 1 0,-2 1 0,-3 3 0,-1 0 0,0-2 0,2-1 0,3-3 0,4 0 0,-1-1 0,2 1 0,-3 1 0,-1 1 0,1 0 0,-2-1 0,3 0 0,1-2 0,2 0 0,0-2 0,0 1 0,1-1 0,-1 1 0,-1 3 0,-1 1 0,0 0 0,-1-1 0,2 0 0,-1 0 0,0 1 0,1 2 0,0-1 0,0-1 0,1-2 0,1-1 0,-1 2 0,-1 1 0,-3 2 0,0 2 0,-2 0 0,1 2 0,0 1 0,0 1 0,-1 3 0,0-1 0,1 0 0,-1-2 0,1-2 0,1-2 0,-1 2 0,-1 3 0,-1 4 0,-3 3 0,-1 2 0,-1 0 0,0 0 0,2 0 0,0-3 0,2-2 0,2-3 0,1 0 0,0-1 0,-2 2 0,1-3 0,1-1 0,-3 2 0,-1 0 0,-1 3 0,2-2 0,3-2 0,2-3 0,0-1 0,-1-1 0,-1 3 0,0 0 0,-2 2 0,-1 1 0,1 0 0,1-1 0,-1-2 0,-1 2 0,-1-1 0,-1 2 0,2-1 0,0 0 0,-1 2 0,-1-1 0,0 2 0,-1-1 0,1 1 0,-1 2 0,0-2 0,2-2 0,1-3 0,1-2 0,2 0 0,-4 2 0,0 0 0,-1 0 0,-1 2 0,0-1 0,-1-1 0,-2 1 0,3-3 0,-2 1 0,0-1 0,-1 1 0,1 0 0,2-2 0,4-2 0,2-3 0,-2-1 0,-1 0 0,-1-1 0,2 1 0,1-1 0,-1 0 0,-4-1 0,-5 3 0,-3 2 0,-2 0 0,2-1 0,0-1 0,4-4 0,4-1 0,2-1 0,2-2 0,1 0 0,-2 0 0,1 0 0,-3 0 0,0 0 0,1 0 0,0 0 0,4 0 0,0 0 0,2 0 0,0 0 0,1 0 0,0 0 0,0 0 0,1 0 0,-1-1 0,2-1 0,2-4 0,-1-4 0,-1-2 0,0-3 0,-2-1 0,0-3 0,1 1 0,1 3 0,2 1 0,2 4 0,0 0 0,-2-2 0,2-1 0,-2 0 0,1 1 0,0 0 0,1-2 0,0 1 0,0-2 0,1 1 0,0 2 0,2-4 0,-1 0 0,-1 0 0,0-2 0,0 1 0,2-1 0,0 2 0,0 1 0,0 1 0,0 2 0,0-3 0,0 0 0,0 1 0,0 0 0,0 1 0,0 0 0,0 3 0,0 0 0,2 0 0,0-4 0,1-5 0,2 2 0,0 1 0,0 4 0,0 0 0,2-5 0,1-3 0,3-1 0,0 4 0,0 4 0,-1 3 0,1 2 0,-2 1 0,2-1 0,-1 0 0,0-1 0,2 1 0,-2 2 0,2-1 0,-1-1 0,0 0 0,-2 1 0,-2 2 0,-2 2 0,-2 1 0,2-2 0,-1 1 0,1 0 0,1-2 0,0 0 0,2 0 0,1-3 0,1 1 0,-2 0 0,0 2 0,-1 0 0,0 1 0,-1-2 0,1 0 0,1-1 0,2-1 0,1 0 0,-1 1 0,-2-1 0,0 1 0,-1-1 0,0 1 0,-2 1 0,0 3 0,-2-1 0,1 1 0,0 0 0,0-1 0,2-1 0,5-4 0,3-3 0,0-1 0,0 0 0,-3 4 0,-1 0 0,1-1 0,2 0 0,0-2 0,1 1 0,0 1 0,-1 0 0,0-1 0,-1 1 0,0 0 0,0 0 0,1-1 0,1 1 0,0-1 0,0 1 0,-1 0 0,1 0 0,0 2 0,0-1 0,-1 1 0,1-1 0,0-1 0,-2 1 0,0 0 0,0 2 0,0-2 0,2-1 0,-1-2 0,-1-2 0,-2 2 0,1 0 0,-2 1 0,0 0 0,0 0 0,0 1 0,0 0 0,1-1 0,0-1 0,-1 3 0,-1-1 0,-1 1 0,1 1 0,0-1 0,0 1 0,0-1 0,0 1 0,-1-1 0,2 0 0,1 1 0,1-1 0,1 1 0,0-1 0,0-2 0,1 1 0,-1 0 0,-2 3 0,-2 1 0,-1-1 0,-2 0 0,1-1 0,1 1 0,1-1 0,2-2 0,1 1 0,0-1 0,1 0 0,0-1 0,2-1 0,4-1 0,0-1 0,1 1 0,-3 1 0,-1 1 0,-1 2 0,-1 1 0,-1 0 0,0-1 0,0 0 0,0-1 0,0 1 0,0-2 0,-1-1 0,2-2 0,1-1 0,0 1 0,0 1 0,0 2 0,0 1 0,0-1 0,-1 2 0,1 0 0,0-1 0,-1 1 0,1-1 0,0 1 0,0 2 0,-1-2 0,3 0 0,0 0 0,1 0 0,-2 1 0,-1-1 0,-2 1 0,0-1 0,-2 2 0,0-1 0,2-1 0,-1 1 0,0-1 0,1 0 0,0 1 0,-1 0 0,0-1 0,-1 0 0,1 1 0,-1-1 0,1 0 0,0-1 0,0 0 0,0 1 0,-2 0 0,0 1 0,-1 1 0,1 0 0,0-2 0,1 0 0,0-1 0,1 0 0,0-1 0,1-1 0,1 0 0,1-1 0,0 0 0,-1 2 0,-1 0 0,-1-1 0,3 0 0,3-2 0,-1 1 0,0 2 0,-3 1 0,3-1 0,4 0 0,2-2 0,1 1 0,-1 3 0,-1-3 0,3 1 0,3-4 0,4-1 0,2 1 0,-3 2 0,-4 2 0,-6 4 0,-4 2 0,-3 3 0,-1 1 0,0 1 0,-1 0 0,2 0 0,1 0 0,-1 0 0,3 0 0,1 0 0,-1 0 0,0 0 0,-3 0 0,-4 1 0,-2 0 0,-3 2 0,-2 1 0,1 1 0,0 2 0,0 0 0,0 0 0,0-2 0,-1 1 0,0 1 0,1 2 0,-1 6 0,0 3 0,0 0 0,-1-1 0,-1-5 0,0-2 0,0-3 0,0-1 0,0 1 0,0 3 0,0 3 0,0 1 0,-1-2 0,-1-5 0,0-3 0,-2 1 0,0 1 0,-1 1 0,0 0 0,-1 1 0,-1 2 0,0-1 0,0-1 0,1-1 0,0-2 0,-2 2 0,-2 0 0,-3 1 0,1-1 0,4-3 0,4-2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53:47.6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3310 913 24575,'-4'1'0,"-1"4"0,-5 5 0,-2 6 0,-5 1 0,1 1 0,4-4 0,2-3 0,1 1 0,0-1 0,-4 5 0,-5 3 0,-4 3 0,-4 5 0,-2 4 0,4-1 0,5-5 0,6-5 0,-2-3 0,-7 4 0,-7 9 0,-8 7 0,-3 3 0,0-1 0,5-7 0,5-5 0,2-2 0,-8 1 0,-11 8 0,-10 8 0,0 5 0,8-4 0,12-9 0,12-9 0,8-9 0,2-1 0,-4 1 0,-13 9 0,-18 12 0,-12 13 0,-3 5 0,2 0 0,5-3 0,6-4 0,1-3 0,4-2 0,3-2 0,0 0 0,0 2 0,-2 3 0,-3 1 0,0 1 0,3-1 0,3-2 0,3-2 0,-1 1 0,-2-3 0,2 0 0,1-4 0,3-3 0,2 2 0,-3 2 0,0 0 0,1-1 0,2-3 0,1-1 0,0 1 0,0 0 0,-2 0 0,-4 3 0,-4 3 0,-3-2 0,0-3 0,2-8 0,-2-6 0,-1-3 0,0-5 0,-1-3 0,5 0 0,0-3 0,-3 1 0,-1-3 0,0-1 0,4-2 0,8-2 0,7 0 0,4 0 0,-1 0 0,-3-3 0,-5-9 0,0-6 0,6-5 0,5-3 0,10-1 0,3-3 0,2-6 0,2-1 0,0-3 0,4 1 0,2 4 0,0 0 0,0 3 0,0 3 0,0 3 0,0 3 0,0 2 0,3 3 0,2 1 0,2-1 0,5-2 0,3-8 0,4-6 0,3 2 0,-2 3 0,0 5 0,1-1 0,4-5 0,6-4 0,0-1 0,0 4 0,-7 6 0,-7 8 0,-3 7 0,1-4 0,5-10 0,12-14 0,7-11 0,-1 4 0,-6 9 0,-10 14 0,-7 6 0,0-6 0,2-10 0,10-13 0,10-10 0,3 2 0,-2 8 0,-10 15 0,-11 12 0,-5 4 0,-2-3 0,2-5 0,6-10 0,5-5 0,2 4 0,-4 6 0,-9 10 0,-3 7 0,-3 0 0,3-2 0,4-5 0,4-5 0,1-2 0,3-2 0,9-6 0,11-7 0,15-11 0,9-10 0,-4 2 0,-8 7 0,-13 15 0,-10 7 0,1 0 0,5-6 0,4-5 0,1 2 0,-6 4 0,-4 2 0,0-2 0,3-4 0,1 0 0,-4 2 0,-5 6 0,-9 5 0,-3 5 0,-5 6 0,-3 3 0,1 2 0,1-5 0,6-8 0,3-4 0,3 0 0,0 3 0,-1 3 0,-2 0 0,0 1 0,0-2 0,1-2 0,3-3 0,-1-1 0,0 3 0,0 1 0,-2 5 0,-1 3 0,0 1 0,17-8 0,29-16 0,-19 12 0,4 0 0,3-2 0,1 0 0,35-18 0,-29 19 0,-28 13 0,-12 8 0,-6 1 0,0-2 0,2-1 0,1-2 0,2 1 0,0-4 0,1-2 0,2-3 0,-3 0 0,-2 2 0,-1 5 0,1 3 0,5 3 0,6 2 0,1 1 0,-1 2 0,-4 0 0,-2 0 0,-3 0 0,-1 0 0,4 0 0,11-2 0,17-1 0,9-1 0,-1 1 0,-12 2 0,-15 1 0,-12 0 0,-5 1 0,-3 4 0,0 3 0,0 1 0,1 2 0,1 0 0,3 1 0,-2 0 0,-1-1 0,-3-1 0,-1-2 0,-1-1 0,-1 2 0,3 3 0,1 3 0,-1-1 0,0-1 0,-2 0 0,1 1 0,0 2 0,-1 2 0,0 4 0,-2 1 0,-1 0 0,-3 0 0,0-4 0,0 1 0,0-4 0,0 1 0,0-3 0,0 0 0,0 2 0,0-1 0,0 1 0,0-1 0,0-1 0,0 0 0,0 0 0,-2 0 0,0-1 0,0 1 0,-3 0 0,0 4 0,0 1 0,-1-1 0,2-1 0,-1-2 0,-3-3 0,-2 0 0,-2 3 0,0 1 0,2-4 0,4-2 0,0-2 0,0 0 0,-2 1 0,-1 0 0,2 1 0,0-3 0,2-1 0,2-4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54:04.72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45 522 24575,'15'0'0,"10"6"0,17 9 0,7 9 0,3 4 0,-11-3 0,-6 1 0,11 15 0,19 22 0,-24-24 0,0 2 0,3 1 0,-2 0 0,-4-6 0,-3-2 0,19 17 0,-15-12 0,2-1 0,7 9 0,12 17 0,-26-27 0,-1 2 0,25 37 0,-11-7 0,-12-10 0,-5-5 0,0 2 0,4 10 0,-1 12 0,3 3 0,-2 1 0,-1-7 0,0-12 0,-3-11 0,1-9 0,0 1 0,10 3 0,18 10 0,16 7 0,-35-34 0,1-1 0,32 21 0,-17-16 0,-15-14 0,-7-8 0,-5-7 0,3-4 0,8-1 0,18 0 0,22 0 0,13 0 0,3-4 0,-10-7 0,-16-9 0,-15-5 0,-11-1 0,-10 3 0,-8 2 0,-7 1 0,-6 0 0,-5 3 0,-2 2 0,-1 1 0,-3 2 0,0-5 0,-1-5 0,-1-2 0,0-2 0,0 1 0,0-8 0,0-14 0,-11-13 0,-11-12 0,-10 2 0,-8 10 0,2 5 0,-8-4 0,-14-16 0,26 33 0,-1 0 0,-1-1 0,0 0 0,-27-28 0,10 17 0,3 9 0,0 4 0,-2-7 0,2-4 0,4 3 0,5 7 0,3 8 0,-1 2 0,-1-1 0,1-4 0,-2 0 0,0-1 0,2-1 0,-2-3 0,1-6 0,0-1 0,2 1 0,2 7 0,3 4 0,0 6 0,2 1 0,0 3 0,-4 1 0,0-2 0,-5-2 0,-1-2 0,0 3 0,1 0 0,-1 2 0,-2 1 0,-1-3 0,0 3 0,1 0 0,-4 0 0,-1 2 0,-1 1 0,7 2 0,8 4 0,1 3 0,-4 2 0,-6 0 0,-3 1 0,-1 1 0,1 2 0,1 2 0,1 3 0,1 0 0,6 3 0,7 0 0,11 0 0,5 0 0,-3 0 0,-7 2 0,-3 5 0,1 5 0,6 5 0,5 2 0,3 0 0,3-1 0,2-3 0,0 0 0,3 0 0,1 2 0,2 9 0,1 10 0,0 5 0,0 2 0,0-8 0,0-9 0,1-6 0,4-3 0,3-1 0,3-1 0,1-1 0,0-2 0,2-2 0,3-2 0,2 0 0,-1 1 0,-7-6 0,-4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BB0F-545E-7FC8-7748-F2F9E3A5B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AD1D3-85CC-E1EE-A1C1-D16881747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BF507-B2A9-D5DD-46FD-B5C0F81C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AA1B0-F92E-2372-8DBA-38B54206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1BE85-5DCB-301F-F0C9-B1EAC446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4A88-2906-9DAC-D7D2-9F691CEE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6043-E6CD-8029-66B0-E42E4785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8019-6313-57E3-4DE1-F7800D97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95E8-F19B-AAD9-4B61-843B5500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21F02-C6C6-ED30-AD66-D6B17D4C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5404-DED4-6086-2763-BBA1B880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41140-5C49-AEEC-4249-C4B16E364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BB85-B86A-D45E-BAAD-EFC0F2A36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95757-EAFE-0FF5-F4C1-E14B7EA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D3736-DCEB-1A0A-9F5E-50D341CF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3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CA09-5469-6FB5-990C-4BC98602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38C5-CB7A-1D9D-A9A5-C8BBA1A69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165CD-EF01-8DBA-BC66-81BEA389B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E51A6-CE62-1838-5D15-88445DBB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AC3B0-2AC4-6DF8-B352-62B4253EB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40A96-90F8-214A-8EE0-8F653B31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9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886F-F6C5-AD0C-F6E3-49829676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F1DF5-C309-9C1A-980A-60AD82322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07A52-91FA-FFAC-4466-FD0C69F52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D79FF-1A31-EFEC-D1F2-82090AF63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84432-3621-CA37-004F-685D19F7A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21C0E-FEDF-C849-78DC-70A17258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CB73C-2927-9528-E250-DA33D232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C5852-A65D-5B71-34ED-F55CBC4E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2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3A55-22FC-C70F-6D5E-EA5EE142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D0576-8211-1899-BF11-2E898559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2D5A4-DF00-BC97-FF0E-E88D1605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89218-3F36-E534-71E4-49E84998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9E356-194A-FEEB-0CA3-9982FED0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83020-389E-98B0-9301-FA2DF2B6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3E288-845F-56E6-5FA6-C7E2E939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0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2C21-4AB1-88DF-760C-D889CEF4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4F0C-7374-D5C5-545F-EE736179F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D1BFF-DBFF-2906-30C7-9F2482690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874E0-096E-0EE4-DBA9-C24EBBB1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31A51-B756-FDD4-9C4C-82BD6F3D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C3776-201C-1713-205F-634B94EF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3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9109-B2EA-365B-0411-9F0823ED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AD78F-FC2F-2125-0E09-AA0F1F31F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DC7D4-CEF4-2F6C-0186-A25330E3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0E88A-DD3F-A561-2E39-C3974B39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F6C12-A2FE-7B80-4C03-CB48BB66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12E77-ECDC-B16F-C272-677AF085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5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62F4-3E97-2227-2663-05F815CE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FB2C7-E426-169A-7BA6-300EB7CD0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CD2E8-57D6-9369-5D25-1CD2C7C7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AFC97-C111-F86E-038F-FC2C6E38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39BAD-E836-4153-E403-A0ADACDC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9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07BC8-8368-40D5-EA8F-F24F24A243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4AA0F-585D-07EB-8F1D-6F7ED347A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5997-1AA3-F915-117E-80AD0B9C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1D867-9420-B2F5-93DB-1B70D08B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70DD7-FA18-3D49-D5A6-40C92B4B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1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A9AEB-C9FE-2B00-0A32-A6894098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6F5E2-6E9E-6FA5-5E88-EC0F11573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8C497-5311-BCFE-1A0D-AED831E9F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FF58C-C749-DF40-ACD1-AE83D2B1FC27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27BBC-3416-54A9-0B58-38140453E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F3BFC-B843-B16D-C93A-98C5A915E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52AD5-0FED-374F-86B8-673F2039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3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05A7-6B43-543C-B80D-8B91AE099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Diagonals and Bootstrapping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296A9-2612-F775-B629-3BC679DD6A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April 2026</a:t>
            </a:r>
          </a:p>
        </p:txBody>
      </p:sp>
    </p:spTree>
    <p:extLst>
      <p:ext uri="{BB962C8B-B14F-4D97-AF65-F5344CB8AC3E}">
        <p14:creationId xmlns:p14="http://schemas.microsoft.com/office/powerpoint/2010/main" val="49974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0DB74A2-B3EB-1BDC-A80F-87F55E6BBB96}"/>
              </a:ext>
            </a:extLst>
          </p:cNvPr>
          <p:cNvGrpSpPr/>
          <p:nvPr/>
        </p:nvGrpSpPr>
        <p:grpSpPr>
          <a:xfrm>
            <a:off x="8617414" y="393490"/>
            <a:ext cx="2893712" cy="3035509"/>
            <a:chOff x="8655724" y="712031"/>
            <a:chExt cx="2657929" cy="278817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551752-B820-1218-E258-E9A2E979B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55724" y="712031"/>
              <a:ext cx="2657929" cy="2788172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EDDB6C-BA67-3FD4-00D0-E280F50EADE0}"/>
                </a:ext>
              </a:extLst>
            </p:cNvPr>
            <p:cNvCxnSpPr>
              <a:cxnSpLocks/>
            </p:cNvCxnSpPr>
            <p:nvPr/>
          </p:nvCxnSpPr>
          <p:spPr>
            <a:xfrm>
              <a:off x="8814216" y="831953"/>
              <a:ext cx="2499437" cy="24808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89F9EC-F3A4-95B8-5383-A4ABD1138A03}"/>
              </a:ext>
            </a:extLst>
          </p:cNvPr>
          <p:cNvGrpSpPr/>
          <p:nvPr/>
        </p:nvGrpSpPr>
        <p:grpSpPr>
          <a:xfrm>
            <a:off x="8611588" y="3559559"/>
            <a:ext cx="3077915" cy="3088158"/>
            <a:chOff x="8689364" y="3972393"/>
            <a:chExt cx="3077915" cy="308815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75DF10-DEEF-A04B-D88E-D47BB59EA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9364" y="3972393"/>
              <a:ext cx="3077915" cy="3088158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AFE2CF-F901-A83E-D895-48262971D0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9148" y="4161402"/>
              <a:ext cx="2683239" cy="268160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9B2EB48-EA6A-6715-183F-CE613819E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90" y="393491"/>
            <a:ext cx="6450093" cy="583866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6AB98D-4B03-D4A4-B3BF-A0BEF2EE052B}"/>
              </a:ext>
            </a:extLst>
          </p:cNvPr>
          <p:cNvCxnSpPr>
            <a:cxnSpLocks/>
          </p:cNvCxnSpPr>
          <p:nvPr/>
        </p:nvCxnSpPr>
        <p:spPr>
          <a:xfrm flipH="1" flipV="1">
            <a:off x="2983042" y="1664663"/>
            <a:ext cx="5471410" cy="388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5BE2EF-9D8A-C1FF-F84A-8CFB6895A60D}"/>
              </a:ext>
            </a:extLst>
          </p:cNvPr>
          <p:cNvCxnSpPr>
            <a:cxnSpLocks/>
          </p:cNvCxnSpPr>
          <p:nvPr/>
        </p:nvCxnSpPr>
        <p:spPr>
          <a:xfrm flipH="1">
            <a:off x="4691921" y="2300233"/>
            <a:ext cx="3839217" cy="1867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3074EE9-68E0-A998-D256-CD6AB2EC0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403" y="393490"/>
            <a:ext cx="2280601" cy="228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7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52D4-4755-F030-432B-4079CDCDE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11" y="73964"/>
            <a:ext cx="10515600" cy="1325563"/>
          </a:xfrm>
        </p:spPr>
        <p:txBody>
          <a:bodyPr/>
          <a:lstStyle/>
          <a:p>
            <a:r>
              <a:rPr lang="en-US" dirty="0"/>
              <a:t>Ex3 Motif 6 - 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F5D07-DF21-4199-DF63-8CF22C18C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04" y="2725090"/>
            <a:ext cx="5624320" cy="3837045"/>
          </a:xfrm>
        </p:spPr>
        <p:txBody>
          <a:bodyPr/>
          <a:lstStyle/>
          <a:p>
            <a:r>
              <a:rPr lang="en-US" dirty="0"/>
              <a:t>TTCC...GGAA</a:t>
            </a:r>
          </a:p>
          <a:p>
            <a:r>
              <a:rPr lang="en-US" dirty="0"/>
              <a:t>[(22, 11), (23, 10), (24, 9), (25, 8)]	</a:t>
            </a:r>
          </a:p>
          <a:p>
            <a:r>
              <a:rPr lang="en-US" dirty="0"/>
              <a:t>Sum IC-JSD: 6.845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957A6-D8EC-0427-B8F1-ADC19E2EB1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56" t="8090" r="23860" b="4729"/>
          <a:stretch>
            <a:fillRect/>
          </a:stretch>
        </p:blipFill>
        <p:spPr>
          <a:xfrm>
            <a:off x="5776511" y="73964"/>
            <a:ext cx="6632154" cy="6784036"/>
          </a:xfrm>
          <a:prstGeom prst="rect">
            <a:avLst/>
          </a:prstGeom>
        </p:spPr>
      </p:pic>
      <p:pic>
        <p:nvPicPr>
          <p:cNvPr id="9" name="Picture 8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A2436DD5-2BF6-933A-B15A-00E61CDCB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" y="1008905"/>
            <a:ext cx="5920910" cy="15774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200709B-4E6B-A846-BF80-E7503E052B7D}"/>
                  </a:ext>
                </a:extLst>
              </p14:cNvPr>
              <p14:cNvContentPartPr/>
              <p14:nvPr/>
            </p14:nvContentPartPr>
            <p14:xfrm>
              <a:off x="8081760" y="5434029"/>
              <a:ext cx="971280" cy="936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200709B-4E6B-A846-BF80-E7503E052B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5640" y="5427909"/>
                <a:ext cx="983520" cy="9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674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4A04-76B5-813A-EE63-D8BEEF0BE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8909-61F0-A914-D980-E27E450E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11" y="73964"/>
            <a:ext cx="10515600" cy="1325563"/>
          </a:xfrm>
        </p:spPr>
        <p:txBody>
          <a:bodyPr/>
          <a:lstStyle/>
          <a:p>
            <a:r>
              <a:rPr lang="en-US" dirty="0"/>
              <a:t>Ex3 Motif 6 - 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7CDD-6116-DB91-2D59-B78CD6B72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04" y="2725091"/>
            <a:ext cx="5624320" cy="2047326"/>
          </a:xfrm>
        </p:spPr>
        <p:txBody>
          <a:bodyPr/>
          <a:lstStyle/>
          <a:p>
            <a:r>
              <a:rPr lang="en-US" dirty="0"/>
              <a:t>TTCC..TTCC</a:t>
            </a:r>
          </a:p>
        </p:txBody>
      </p:sp>
      <p:pic>
        <p:nvPicPr>
          <p:cNvPr id="9" name="Picture 8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B9E1147-A61E-252F-EFA7-0E053FE9E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" y="995458"/>
            <a:ext cx="5920910" cy="157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7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2F35-878E-ABC7-435F-A49ABA5D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E9753-41F1-F955-0FD3-DB345038F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3494"/>
            <a:ext cx="7435850" cy="509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0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C5157-9462-FF6D-599A-46C21F97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5CE9-C708-F5FC-CF87-281EAA0AD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11" y="73964"/>
            <a:ext cx="10515600" cy="1325563"/>
          </a:xfrm>
        </p:spPr>
        <p:txBody>
          <a:bodyPr/>
          <a:lstStyle/>
          <a:p>
            <a:r>
              <a:rPr lang="en-US" dirty="0"/>
              <a:t>Ex3 Motif 4 - 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17FE-E768-23D7-AE4F-70A1F9E2B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04" y="2725090"/>
            <a:ext cx="5624320" cy="3837045"/>
          </a:xfrm>
        </p:spPr>
        <p:txBody>
          <a:bodyPr/>
          <a:lstStyle/>
          <a:p>
            <a:r>
              <a:rPr lang="en-US" dirty="0"/>
              <a:t>GCACCA…TGGTGC</a:t>
            </a:r>
          </a:p>
          <a:p>
            <a:r>
              <a:rPr lang="en-US" dirty="0"/>
              <a:t>[(14, 6), (15, 5), (16, 4), (17, 3)]</a:t>
            </a:r>
          </a:p>
          <a:p>
            <a:r>
              <a:rPr lang="en-US" dirty="0"/>
              <a:t>Sum IC-JSD: 5.79</a:t>
            </a:r>
          </a:p>
          <a:p>
            <a:endParaRPr lang="en-US" dirty="0"/>
          </a:p>
        </p:txBody>
      </p:sp>
      <p:pic>
        <p:nvPicPr>
          <p:cNvPr id="6" name="Picture 5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84E8170A-A5B8-33AF-8A4B-B4913202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6" y="643061"/>
            <a:ext cx="5861258" cy="2082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7F282B-2E0B-720A-8D90-6B123B2D99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596"/>
          <a:stretch>
            <a:fillRect/>
          </a:stretch>
        </p:blipFill>
        <p:spPr>
          <a:xfrm>
            <a:off x="5924124" y="295865"/>
            <a:ext cx="6054979" cy="62662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1164F29-87BF-3DC8-EED6-65CFA7131CE9}"/>
                  </a:ext>
                </a:extLst>
              </p14:cNvPr>
              <p14:cNvContentPartPr/>
              <p14:nvPr/>
            </p14:nvContentPartPr>
            <p14:xfrm>
              <a:off x="7196351" y="4630262"/>
              <a:ext cx="1230480" cy="1218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1164F29-87BF-3DC8-EED6-65CFA7131C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0231" y="4624142"/>
                <a:ext cx="1242720" cy="12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381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4A22-393E-09C6-62D7-C9E93686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8CA3-AD92-DA54-DA65-B42FE369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11" y="73964"/>
            <a:ext cx="10515600" cy="1325563"/>
          </a:xfrm>
        </p:spPr>
        <p:txBody>
          <a:bodyPr/>
          <a:lstStyle/>
          <a:p>
            <a:r>
              <a:rPr lang="en-US" dirty="0"/>
              <a:t>Ex3 Motif 4 - 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2FE38-F86B-21FD-8FCD-7A037713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04" y="2725091"/>
            <a:ext cx="5624320" cy="20473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AAAA</a:t>
            </a:r>
          </a:p>
          <a:p>
            <a:r>
              <a:rPr lang="en-US" dirty="0"/>
              <a:t>[(14, 4), (15, 5), (16, 6)]</a:t>
            </a:r>
          </a:p>
          <a:p>
            <a:r>
              <a:rPr lang="en-US" dirty="0"/>
              <a:t>8.065600973930767</a:t>
            </a:r>
          </a:p>
        </p:txBody>
      </p:sp>
      <p:pic>
        <p:nvPicPr>
          <p:cNvPr id="6" name="Picture 5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5FEA4018-CD2C-CD7C-D902-4F17182B0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6" y="834758"/>
            <a:ext cx="5861258" cy="2082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A5F7F1-E09F-8E74-7469-FA79585D4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596"/>
          <a:stretch>
            <a:fillRect/>
          </a:stretch>
        </p:blipFill>
        <p:spPr>
          <a:xfrm>
            <a:off x="5924124" y="295865"/>
            <a:ext cx="6054979" cy="62662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70F423-179E-E237-C143-CC2B7B30A245}"/>
                  </a:ext>
                </a:extLst>
              </p14:cNvPr>
              <p14:cNvContentPartPr/>
              <p14:nvPr/>
            </p14:nvContentPartPr>
            <p14:xfrm>
              <a:off x="7539071" y="4647182"/>
              <a:ext cx="978840" cy="916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70F423-179E-E237-C143-CC2B7B30A2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2951" y="4641062"/>
                <a:ext cx="991080" cy="92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811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102</Words>
  <Application>Microsoft Macintosh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Diagonals and Bootstrapping</vt:lpstr>
      <vt:lpstr>PowerPoint Presentation</vt:lpstr>
      <vt:lpstr>Ex3 Motif 6 - RC</vt:lpstr>
      <vt:lpstr>Ex3 Motif 6 - Direct</vt:lpstr>
      <vt:lpstr>Thresholding </vt:lpstr>
      <vt:lpstr>Ex3 Motif 4 - RC</vt:lpstr>
      <vt:lpstr>Ex3 Motif 4 - Direct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23</cp:revision>
  <dcterms:created xsi:type="dcterms:W3CDTF">2026-04-21T19:18:29Z</dcterms:created>
  <dcterms:modified xsi:type="dcterms:W3CDTF">2026-04-22T14:57:37Z</dcterms:modified>
</cp:coreProperties>
</file>