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62" r:id="rId4"/>
    <p:sldId id="257" r:id="rId5"/>
    <p:sldId id="258" r:id="rId6"/>
    <p:sldId id="259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58"/>
    <p:restoredTop sz="94863"/>
  </p:normalViewPr>
  <p:slideViewPr>
    <p:cSldViewPr snapToGrid="0">
      <p:cViewPr>
        <p:scale>
          <a:sx n="81" d="100"/>
          <a:sy n="81" d="100"/>
        </p:scale>
        <p:origin x="144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846FF-D9D8-F644-971D-9D9A7741D920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815C7-3430-1D47-896C-791E6467C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48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B8F8-7F9D-1718-D490-DB4CE56A6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20E75-B254-448F-BC4D-2A2F6E2C3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6D652-547C-0B9C-D2F1-975DE82BC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23F34-4619-2D93-9FA4-6840A97C3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DDF09-61B3-CFC2-FF35-03808DDE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32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37AE6-6554-E266-1630-87B14BDE9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B640E-B868-C3E3-135E-A9A68432C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46B7F-73CA-D97D-A8BF-AD3DEA636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7BA9B-7FBE-4CAE-CA44-EF3466B21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6319B-17C1-CEDE-ECA1-69DE3D17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1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B517-7F8E-EDF7-6486-DD70525EB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0AE88-7DAF-16D9-9536-08BECB38E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3207E-0787-124D-3C68-F791CB19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196D9-3D11-5A43-69BE-2B58B1966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DCD35-69E6-4FE5-0494-7A1176729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59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6575-3CF1-F069-C473-EE91AE10A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324D4-EFA1-8264-87FF-6ED64A5BD8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7625-BB53-ADEA-EF94-6D768027F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B85B2-1FF8-FF0C-E625-4C4C3255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9A6DB-D383-8DCA-6D3D-779DCFDFB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E79CF-911B-637D-E1EE-5E687294E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835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B228-100A-ABB1-1442-139432551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61E3F-EDF4-2FC4-7A13-3AB148266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87283-C1C3-3E62-2337-6B0918362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279BCE-0AD4-C24E-0AF6-13210729B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D854C-CF2B-806A-F62E-B1C4DE0226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6504AF-B8E1-249B-3F07-325C7765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A0A283-50A2-96CB-1F81-F88C25FF6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10A784-3A73-92EC-464B-47D2B1C4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89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4A585-1A96-39E9-6F2A-E2642C2FE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9F99A-302B-550E-0FE9-AB0932CD5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5CF3C-FE3A-BC5A-8830-834C2E57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DEF6A-B96B-3A09-468B-F86314601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13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E42B1-3D83-2C91-A2D4-6D0AE8D9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B6971-4362-E492-23D7-C7B9C962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0CE47-23F8-D330-0992-6886432B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6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1C37D-CD10-06EA-62F3-3BD1C3748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3842E-9B15-5AA2-BC6D-CD23B9327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5D32D7-01E7-37C1-F0F6-72DCAE928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0EEA4-8FE0-A122-60E3-260CD4C4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95E73-2400-EA54-290D-2ED257764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3B984-3E40-BDC1-85D5-F80DFC5F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9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9BA3-2839-A11B-AC2A-58FC2B40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D8E01-6C16-D307-2E89-86B6A1ECF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672D7-8D84-E914-05FC-EEA045EEE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630A9-2685-5737-7810-7452490AC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193B3-84B0-BBE5-F53D-72DE859E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A1655-636D-F4E2-8198-9222D1A23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60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DC5FD-339C-8989-936B-436609DB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FF0AA-6FA8-96DD-AFA9-DD2EB3FDC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69C2C-1B73-9A02-D4E0-F0ED5FBFD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EE034-8A04-6C6D-8F21-4871030A7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AA621-4A72-91E6-3376-A3C2A43D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017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3B88C8-4C38-C60C-5A7E-4AFB73101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23E5E-4055-27C1-380A-1491C979F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ACB8-CE8E-8730-6AD9-A9F27D30A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0BD87-46A1-BC47-9C77-7F721A56BA45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E4B8D-35BB-8AA4-79A3-3432DF692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63881-2111-05E9-30BD-6DA1987C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50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F6A55-8E91-9184-746C-53B9B4FBA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DE27F-AF79-6FB6-5ED6-65408D08C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36815-7702-09E4-82A9-1E8ED4C80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80BD87-46A1-BC47-9C77-7F721A56BA45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A5E85-5177-DBA6-87BE-F0900C110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7BF98-A120-96B0-32AD-D1F4FDD4A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805CA-6BF4-A843-82D6-65D98B087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1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929BC-2F5A-8214-253E-9525EF4159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Preliminary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613D2-A6EE-D839-5FC0-AA5C7EBA05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09 Jun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2F9EE7-C308-0F0E-623C-6B7766E171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767"/>
          <a:stretch>
            <a:fillRect/>
          </a:stretch>
        </p:blipFill>
        <p:spPr>
          <a:xfrm>
            <a:off x="2334524" y="61006"/>
            <a:ext cx="8091302" cy="2387600"/>
          </a:xfrm>
          <a:prstGeom prst="rect">
            <a:avLst/>
          </a:prstGeom>
        </p:spPr>
      </p:pic>
      <p:pic>
        <p:nvPicPr>
          <p:cNvPr id="1026" name="Picture 2" descr="Meningitis por H influenzae: MedlinePlus enciclopedia médica">
            <a:extLst>
              <a:ext uri="{FF2B5EF4-FFF2-40B4-BE49-F238E27FC236}">
                <a16:creationId xmlns:a16="http://schemas.microsoft.com/office/drawing/2014/main" id="{F427A215-132F-68B1-C644-C2BA7477E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3684860"/>
            <a:ext cx="3314700" cy="265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AB4CC0-460F-A9DD-4ABE-FDFD3778C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150" y="4330020"/>
            <a:ext cx="60071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76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9F7A5-6431-675C-2A3E-314065AD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E69DC1A-2218-576D-091F-F7CFD55CB9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3B89207A-11AF-B097-7303-8325D96CA0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16AF70-6687-891F-9C57-CF0D62393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63585"/>
            <a:ext cx="7772400" cy="553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44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87E26-A844-1D1B-95B2-0AEB6F48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CE7D4E-EDEE-1DCB-2941-4637C5BC08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760" y="864620"/>
            <a:ext cx="4648197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CBE12F-0A69-C58A-B792-D5666F186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957" y="577850"/>
            <a:ext cx="6913113" cy="49248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1DCAD4-B275-C970-DAEC-2ABF71792F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462" t="38269" b="13767"/>
          <a:stretch>
            <a:fillRect/>
          </a:stretch>
        </p:blipFill>
        <p:spPr>
          <a:xfrm>
            <a:off x="4004440" y="5502728"/>
            <a:ext cx="3677789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33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3D3BA7-1230-4987-4BB1-9D35194F5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228"/>
            <a:ext cx="10273496" cy="616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11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CEA6D6-8365-A043-69A2-7E6235187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36" y="257247"/>
            <a:ext cx="10572508" cy="634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382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E520F-792E-21E1-331C-1423DE89B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E5F16E-4B60-FF21-AD12-C2FA1AD296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13" b="45418"/>
          <a:stretch>
            <a:fillRect/>
          </a:stretch>
        </p:blipFill>
        <p:spPr>
          <a:xfrm>
            <a:off x="5706319" y="178981"/>
            <a:ext cx="6023182" cy="10648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AEAA8C-5836-84DB-6072-A5518BD71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24" y="2251094"/>
            <a:ext cx="5676418" cy="4036039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8AFD94D-E4F9-4C43-8A2A-56618758FE69}"/>
              </a:ext>
            </a:extLst>
          </p:cNvPr>
          <p:cNvSpPr txBox="1">
            <a:spLocks/>
          </p:cNvSpPr>
          <p:nvPr/>
        </p:nvSpPr>
        <p:spPr>
          <a:xfrm>
            <a:off x="6096000" y="2752953"/>
            <a:ext cx="4572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0% threshold </a:t>
            </a:r>
          </a:p>
          <a:p>
            <a:r>
              <a:rPr lang="en-US" dirty="0"/>
              <a:t>CTGTAC &lt;&gt; </a:t>
            </a:r>
            <a:r>
              <a:rPr lang="en-US" dirty="0">
                <a:solidFill>
                  <a:srgbClr val="FF0000"/>
                </a:solidFill>
              </a:rPr>
              <a:t>ATACA</a:t>
            </a:r>
            <a:r>
              <a:rPr lang="en-US" dirty="0"/>
              <a:t>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B1B1EF-39C0-F261-844E-857B25FA4C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767"/>
          <a:stretch>
            <a:fillRect/>
          </a:stretch>
        </p:blipFill>
        <p:spPr>
          <a:xfrm>
            <a:off x="113839" y="178982"/>
            <a:ext cx="5506193" cy="162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389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CFBB0-845F-D56B-E9AB-F658BD582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FDA0E5-3F3A-8E59-1EE7-0E9327401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24" y="2251094"/>
            <a:ext cx="5676418" cy="4036039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5327CE66-64DA-C79A-515E-F2C1E4EDD137}"/>
              </a:ext>
            </a:extLst>
          </p:cNvPr>
          <p:cNvSpPr txBox="1">
            <a:spLocks/>
          </p:cNvSpPr>
          <p:nvPr/>
        </p:nvSpPr>
        <p:spPr>
          <a:xfrm>
            <a:off x="6096000" y="2752953"/>
            <a:ext cx="4572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90% threshold </a:t>
            </a:r>
          </a:p>
          <a:p>
            <a:r>
              <a:rPr lang="en-US" dirty="0"/>
              <a:t>CTG &lt;&gt; CAG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C01BE4-12E5-0D17-9D00-943C95310A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767"/>
          <a:stretch>
            <a:fillRect/>
          </a:stretch>
        </p:blipFill>
        <p:spPr>
          <a:xfrm>
            <a:off x="113839" y="178982"/>
            <a:ext cx="5506193" cy="16247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B02A4B-4330-5863-5C0F-6CF0C7EA1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825" y="371069"/>
            <a:ext cx="6151336" cy="124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24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1D12E-ECB8-C268-21CC-15BECF28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4FAEF1C-F9F5-5685-859C-90D612B53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64" y="347936"/>
            <a:ext cx="11162672" cy="616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27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7464-EAA7-DC71-0229-329D30FB7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1851F-1CD6-7BE7-6FF9-06814494F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233"/>
            <a:ext cx="10515600" cy="4351338"/>
          </a:xfrm>
        </p:spPr>
        <p:txBody>
          <a:bodyPr/>
          <a:lstStyle/>
          <a:p>
            <a:r>
              <a:rPr lang="en-US" dirty="0"/>
              <a:t>MEME application – already done at 80%, check exceptions</a:t>
            </a:r>
          </a:p>
          <a:p>
            <a:r>
              <a:rPr lang="en-US" dirty="0"/>
              <a:t>User diagonal length spec – internal threshold decrement</a:t>
            </a:r>
          </a:p>
          <a:p>
            <a:r>
              <a:rPr lang="en-US" dirty="0"/>
              <a:t>It’s time to wrap it up – July 3</a:t>
            </a:r>
            <a:r>
              <a:rPr lang="en-US" baseline="30000" dirty="0"/>
              <a:t>rd</a:t>
            </a:r>
            <a:r>
              <a:rPr lang="en-US" dirty="0"/>
              <a:t> submission </a:t>
            </a:r>
          </a:p>
          <a:p>
            <a:r>
              <a:rPr lang="en-US" dirty="0"/>
              <a:t>Work placement report – July 07</a:t>
            </a:r>
          </a:p>
          <a:p>
            <a:r>
              <a:rPr lang="en-US" dirty="0"/>
              <a:t>Defense July 13-17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2BEA95-3779-713C-4CF8-D3DB0918B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725" y="3602421"/>
            <a:ext cx="7772400" cy="311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766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12819</TotalTime>
  <Words>56</Words>
  <Application>Microsoft Macintosh PowerPoint</Application>
  <PresentationFormat>Widescreen</PresentationFormat>
  <Paragraphs>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Preliminary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Enoch Shin</dc:creator>
  <cp:lastModifiedBy>Enoch Shin</cp:lastModifiedBy>
  <cp:revision>136</cp:revision>
  <dcterms:created xsi:type="dcterms:W3CDTF">2026-05-05T16:09:09Z</dcterms:created>
  <dcterms:modified xsi:type="dcterms:W3CDTF">2026-06-09T12:36:53Z</dcterms:modified>
</cp:coreProperties>
</file>