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16" d="100"/>
          <a:sy n="116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6053-8A4C-111F-1C0B-E75F7E025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A96FD-7E76-5AD2-ED46-C85CDA7AC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A1221-07C3-B9D1-2302-39599175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B4DBD-113E-7CE2-DA59-11AD1021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EF698-BE3E-11F6-028F-7278BDD0E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68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59D7-AB58-A968-28C7-BE8F93B4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50C5-440F-800A-CEDF-4DF678F1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B14AA-DD99-67DF-4F8D-ED81B6B0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6C026-E7D7-D85E-723E-65C4E4E9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7E73D-4ECB-F828-8D0F-9102BD3C6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8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76675-D93F-E4A6-5A1B-AE1C5E22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225E-E36D-BC9D-6CED-CB9D32C18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620D6-8B47-6C02-3C52-89DD2716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9F14C-47AE-D7E9-ACE6-061A8C52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D85C1-F399-C4A5-D7E2-C834F39B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45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86E5-58F4-CD0E-A23A-C8345DC0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2DD56-DE82-08A6-B4D7-31771D097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CDFE6-A24A-F264-7C30-C1618D6F2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ECC2A-BD70-D8D2-D930-747711408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608A2-A7D1-B65C-0E92-91EAAF75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1F695-172C-5C4F-8BBF-56394ADF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9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D010-8493-B451-1BEF-B1056E5B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9DA0C-7B2F-C336-4CB2-C4316B36C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EC526-A64E-D634-3DA5-6C117ADC1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D2B1B-99F7-E055-F740-E10EF4438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195AA-E213-0A9D-8BF1-64F7008E81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A479D-B4D4-8134-7FB0-DE652023C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DDA97-45AE-9F98-FB36-8184CB433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40164-EF83-B7A6-512F-785784B2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13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B38C-24F8-78B2-0D81-38659EC5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AA6A62-B6D2-AFFF-75E1-70A15D8C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6A2CF-EDAA-B367-6C49-FD81890C8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BD887-0BBC-C63F-2407-6217795D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A9329-9BD3-2B7C-EFD3-EA876C1F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3F5E0-B005-4F9F-2050-E5F5493D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97144-CF2B-FE6D-4375-17A5125F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5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30AD-F960-947C-89EC-D79BB868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B4DE-5C21-EAFB-5609-71D4ACE2C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48D85-B859-5F1C-BD12-34126784D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BAC96-773B-CF88-35BC-7A652E1F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AB762-D2DB-6177-FA0A-D258D78E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F47EE-8D89-554D-4098-9AB24A65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0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B25E-3F91-7399-F6A3-4B555267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BDDF2E-4618-3BFE-6FB9-02779B896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54A5-84B2-895A-7DBF-E72D5BA6D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C386B-FE14-C041-9F9E-2CA16757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A75F7-41A9-5F5C-0A8B-269B1D8F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123D1-9617-C32B-29B1-DE5D641A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8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BC90-F0A6-6D51-5F25-3D05678FE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E02BB-F7A7-929F-E3F4-AC813D2F1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3C050-E073-0391-0B9D-2B6134439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F5DCE-138C-3559-A9CC-BFA78ADC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617FF-D77C-57D7-F1F0-E646C35C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C265C-FCB3-42EE-5DFF-175B6434A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A7560-BB02-B2B5-0F38-89F0148D5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06B59-9666-611B-6FE2-FDCF590A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E76C8-29EB-0E05-BEF7-434C33DD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EF088-6CAC-303F-95FA-8E35AA7F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1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C50F4-F163-26EA-ECA5-A4B0A8F7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C0935-9C89-B422-DB75-9E49D6261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F21D3-F500-C606-9332-44F8ED9A0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D6C08-2F07-8349-ADD8-42A51B34A5A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29DE3-2396-ABDB-A36C-F6237DC5D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37F86-044D-0222-CF62-CA07DEB98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42E3A-E33A-B54D-AB54-6CC586B1C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9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5227-480B-7661-37D9-11DE02116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4507E-7665-AAEA-E5ED-74A78358FD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18 Mar 2026</a:t>
            </a:r>
          </a:p>
        </p:txBody>
      </p:sp>
    </p:spTree>
    <p:extLst>
      <p:ext uri="{BB962C8B-B14F-4D97-AF65-F5344CB8AC3E}">
        <p14:creationId xmlns:p14="http://schemas.microsoft.com/office/powerpoint/2010/main" val="161275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4A0B-9D13-00B4-BFAA-39236366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Example – IC and JSD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6836-D95F-B562-2FE5-3E344AB0C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30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New Metrics</vt:lpstr>
      <vt:lpstr>Simple Example – IC and JSD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Enoch Shin</dc:creator>
  <cp:lastModifiedBy>Enoch Shin</cp:lastModifiedBy>
  <cp:revision>3</cp:revision>
  <dcterms:created xsi:type="dcterms:W3CDTF">2026-03-17T21:00:35Z</dcterms:created>
  <dcterms:modified xsi:type="dcterms:W3CDTF">2026-03-17T21:02:10Z</dcterms:modified>
</cp:coreProperties>
</file>