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>
        <p:scale>
          <a:sx n="98" d="100"/>
          <a:sy n="98" d="100"/>
        </p:scale>
        <p:origin x="104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E000F-9623-788A-69BB-73D5F569B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26FA3-7093-CA82-4D89-786607F4A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9367A-6465-9482-4764-7B97BACD3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AB39D-B56D-6B5E-5507-682411B4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FDED7-B77D-3846-63EA-89D64B21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43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0E82-B792-7646-8928-A9D3B19FE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3335-6300-65C6-3651-EF6C199EE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0A83C-CD3D-E3ED-E6EF-9B2A46B9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BBFD0-CA5D-68AA-1EBE-5D9EA243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A6A9A-B276-E0AA-A492-B46D17AD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14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AA24-FA09-F01F-17FE-6EA74C3F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5EA10-4BC6-FEFE-A24F-BC266E9B6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1146B-FB5E-CD58-CBFC-7C4F4B0F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7E99B-1C1D-6D0D-678E-7BDCA3E8B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85C12-2E91-A69C-82DC-8BD071FF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77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5F3E-5931-0209-0F5E-2FA35D2B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5FDB1-666F-5E4F-7DCD-2F776BDC2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62070-A614-F993-006B-815986407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60611-7F54-0CC0-1D6B-D3AF0B56E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99592-042C-F23A-06CE-CE610B6A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6C413-3507-7A96-84ED-6BA6BFAB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0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76B7D-E0DC-4380-D508-1965B88B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05331-7DFE-3B31-C8EE-719281046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4C1B9-98E8-4D61-FC48-C109437EC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E19646-19C6-DE99-A134-4859BCA82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CFDD49-675E-DC28-EFE1-1E7C8E246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B6D79D-CC79-E182-79D3-A73022B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DF85A-151E-FB05-0322-DBB99BB0E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997CA4-BD47-DF8F-C40A-B31B9458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9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11D64-A03D-A488-A33D-72D289F37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2C4A3E-0F52-5E70-4C2D-BA0BB5A97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7DDDA-FA66-CD24-9E47-1EB3F566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4867D-E330-C901-574A-67D6525DF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7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657CD0-EE97-B68A-69FB-E11AB97B5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847C47-4871-5273-23E9-9687F1032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25AC1-5CC5-7EC1-105E-3D19178B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04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1605D-81E0-BF47-5FCF-C2B110D5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5C10-C00F-2E30-DDB3-4AF89BD0A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10862-45DB-1A4E-6C71-ED324062D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63C8A-2392-3D01-A701-9EECD094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CF4A1-ADA7-60AB-F87D-4D9DA9296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01BB6-3E4C-E3CE-E018-CE0B8D2E4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4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29708-46F1-EC50-8BB5-DB40C6B99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F451C-43F1-AD0A-675E-D81374CEA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ED23C-E080-B130-EA89-69D25A717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EEBC-1F2A-C75E-3ED4-30CEE11EA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FADF9-EFB8-79B1-FB26-083F0207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5DCB6-5608-9F9B-A580-242B87EE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45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C3DE7-C3D9-FA36-8CFB-1E0E23F7A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E9F95-7773-A6A6-1D35-068F2E1D6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CA7D5-5FBC-AA53-D885-8B9153AD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A1D81-D81B-4B3C-FBD2-2DDACC44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07C53-D021-2687-46E1-EDD6C04B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01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CD386C-0958-8D24-4382-8C1BDABB4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43A24-62D1-C7C0-0DF4-F6693A3D1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BC9-EA8D-8BAE-6DB9-AC80777B8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4CCA5-7333-DE0A-D9B8-AA061E45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D9F4E-83E8-1DF8-839D-B6CC3A2B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23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5F98C7-0010-1DE6-81FA-BDC5370E3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40934-A17A-6938-ABFC-2FD00EC4A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ECBEC-F3FC-C93E-FE5D-1CA2CD1E13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CE3E2-11EA-964B-9C50-EF80642A49B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ABA0A-3552-6778-948E-ABD5D86B2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CA0E9-8D64-4444-17CE-922E4A012C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0083E-C930-1444-86C2-908FA9C8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68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0FCE-8943-08DB-7FCA-886CEA166B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Reverse complement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02274-39E0-7403-3091-0FC9AD90F4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673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45009-C567-D3DB-F5E4-6F9B24ABE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Toy example</a:t>
            </a:r>
          </a:p>
        </p:txBody>
      </p:sp>
      <p:pic>
        <p:nvPicPr>
          <p:cNvPr id="10" name="Picture 9" descr="A diagram of a graph showing the same type of text&#10;&#10;AI-generated content may be incorrect.">
            <a:extLst>
              <a:ext uri="{FF2B5EF4-FFF2-40B4-BE49-F238E27FC236}">
                <a16:creationId xmlns:a16="http://schemas.microsoft.com/office/drawing/2014/main" id="{52C6FDC3-C03A-53AD-F34F-A2ADF44EF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623565"/>
            <a:ext cx="4828396" cy="23771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29889E-B7C7-E43F-8B39-9E774EA7E662}"/>
              </a:ext>
            </a:extLst>
          </p:cNvPr>
          <p:cNvSpPr txBox="1"/>
          <p:nvPr/>
        </p:nvSpPr>
        <p:spPr>
          <a:xfrm>
            <a:off x="5952226" y="2027208"/>
            <a:ext cx="22372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ACTGT</a:t>
            </a:r>
          </a:p>
          <a:p>
            <a:r>
              <a:rPr lang="en-US" dirty="0"/>
              <a:t>Reverse TGTCA</a:t>
            </a:r>
          </a:p>
          <a:p>
            <a:r>
              <a:rPr lang="en-US" dirty="0"/>
              <a:t>Complement ACAGT</a:t>
            </a:r>
          </a:p>
        </p:txBody>
      </p:sp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FBEEA933-DFD0-4B58-1F67-A56FFDA48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429000"/>
            <a:ext cx="3814027" cy="3303958"/>
          </a:xfrm>
          <a:prstGeom prst="rect">
            <a:avLst/>
          </a:prstGeom>
        </p:spPr>
      </p:pic>
      <p:pic>
        <p:nvPicPr>
          <p:cNvPr id="17" name="Picture 16" descr="A screenshot of a graph&#10;&#10;AI-generated content may be incorrect.">
            <a:extLst>
              <a:ext uri="{FF2B5EF4-FFF2-40B4-BE49-F238E27FC236}">
                <a16:creationId xmlns:a16="http://schemas.microsoft.com/office/drawing/2014/main" id="{E157EC67-E4B2-ADB6-10AE-1479EC1FC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24" y="3683780"/>
            <a:ext cx="3477317" cy="31507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2690B1B-D025-6547-D04D-1DBFABEAD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2170" y="-512792"/>
            <a:ext cx="56515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0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B044-984B-664F-F80B-6C001A31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Meme_out_3, number 6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AF777D-94D1-FE74-C6BE-912AF86C2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47" y="1731312"/>
            <a:ext cx="10857906" cy="23240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8B660F-4ACE-5CE2-B45A-ABC2A46FBFA6}"/>
              </a:ext>
            </a:extLst>
          </p:cNvPr>
          <p:cNvSpPr txBox="1"/>
          <p:nvPr/>
        </p:nvSpPr>
        <p:spPr>
          <a:xfrm>
            <a:off x="3874783" y="4262951"/>
            <a:ext cx="1862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 TTCC….GGAA</a:t>
            </a:r>
          </a:p>
        </p:txBody>
      </p:sp>
    </p:spTree>
    <p:extLst>
      <p:ext uri="{BB962C8B-B14F-4D97-AF65-F5344CB8AC3E}">
        <p14:creationId xmlns:p14="http://schemas.microsoft.com/office/powerpoint/2010/main" val="4180306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21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Reverse complement</vt:lpstr>
      <vt:lpstr>Toy example</vt:lpstr>
      <vt:lpstr>Meme_out_3, number 6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Enoch Shin</dc:creator>
  <cp:lastModifiedBy>Enoch Shin</cp:lastModifiedBy>
  <cp:revision>5</cp:revision>
  <dcterms:created xsi:type="dcterms:W3CDTF">2026-04-06T17:25:18Z</dcterms:created>
  <dcterms:modified xsi:type="dcterms:W3CDTF">2026-04-06T19:38:53Z</dcterms:modified>
</cp:coreProperties>
</file>